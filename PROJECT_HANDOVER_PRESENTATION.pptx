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Social Media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Project Handover Documentation | Version 1.0.0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Executive Summary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Technology Stack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System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Key Features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Database Schema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API Endpoints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Setup &amp; Installation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Deployment Guide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Security &amp;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Comprehensive social media automation for Stage OTT content creators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Multi-platform publishing: Instagram, YouTube, Facebook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AI-powered captions in 4 languages (English, Hinglish, Haryanvi, Hindi)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Automatic video transcoding to 6 platform-specific formats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Scheduled posting with automated publishing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Analytics dashboard for performance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Lines of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~15,000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Frontend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React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Coverage (Backend)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Coverage (Frontend)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Backend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Express.js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Redis + 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7+ / 4.12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Video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FFmpeg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Frontend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Next.js (App Router)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TailwindCSS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UI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Zustand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React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React Hook Form + Zod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Frontend: Next.js 14 with App Router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Reverse Proxy: Nginx with SSL/TLS &amp; Rate Limiting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Backend API: Express.js with TypeScript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Database: PostgreSQL with Prisma ORM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Queue System: Redis + Bull for background jobs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Storage: AWS S3 for video files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Workers: Video processing, Publishing, Analytics 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Video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User uploads video via frontend (max 500MB)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Original video saved to S3 (videos/raw/)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Processing job added to Bull queue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4. FFmpeg generates 6 platform-specific formats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5. Thumbnails generated at 1s, 3s, 5s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6. Video status updated to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Video Output Formats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Aspect Ratio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1080x1920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9:16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1080x1080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1:1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1080x1920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9:16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1920x1080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16:9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1080x1080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1:1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1920x1080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16:9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Video Upload &amp; Processing - Up to 500MB with auto-transcoding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Multi-Platform Publishing - Instagram, YouTube, Facebook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AI Caption Generation - 4 languages, 3 variations each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Scheduling System - Future posts with auto-publishing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Analytics Dashboard - Views, likes, comments, engagement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OAuth Integration - Secure platform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Token Auto-Refresh - Seamless token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Frontend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Login/Register - User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Dashboard - Overview and quick actions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Videos - Video library with upload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Post Creator - 5-step wizard for creating posts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Post Queue - Manage scheduled/published posts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Calendar - Calendar view of scheduled posts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Analytics - Performance metrics dashboard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Accounts - Manage connected social accounts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User - User accounts and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SocialAccount - Connected social media accounts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Video - Uploaded videos and processed formats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Post - Social media posts and scheduling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Analytics - Performance metrics per post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Job - Background job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API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 API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/api/auth/register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Register new user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/api/auth/login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Login user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/api/videos/upload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Upload video (max 500MB)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List videos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Create post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/api/posts/:id/publish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Publish post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/api/posts/generate-caption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Generate AI captions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 analytics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Rate Limits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Limit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General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requests / 15 minutes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requests / 15 minutes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requests / hour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Caption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 requests / hour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requests / 15 minutes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Setup &amp; Installation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Node.js 20+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PostgreSQL 14+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Redis 7+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FFmpeg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Docker &amp; Docker Compose (recommended)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AWS S3 bucket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Social media API credentials (Instagram, YouTube, Facebook)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 with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Clone repository: git clone &lt;repository-url&gt;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Start services: docker-compose up -d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Install dependencies: cd backend &amp;&amp; npm install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4. Setup database: npx prisma migrate dev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5. Start servers: npm run dev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6. Access: Frontend (localhost:3001), Backend (localhost:3000)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Configure environment: cp .env.production.example .env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Build and deploy: docker-compose -f docker-compose.prod.yml up -d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Setup SSL: ./deployment/scripts/setup-ssl.sh your-domain.com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4. Verify: ./deployment/scripts/health-check.sh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Maintenance scripts for backup, restore, logs, health checks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Server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Small traffic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8GB+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100GB+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traffic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&amp; Testing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JWT authentication with httpOnly cookies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Bcrypt password hashing (10 rounds)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Helmet.js security headers (CSP, HSTS, XSS)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Rate limiting per endpoint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Input sanitization (XSS prevention)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SQL injection prevention (Prisma ORM)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HTTPS/TLS encryption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Non-root Docker containers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Testing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Backend: 70% coverage (24 unit tests, 12 integration tests)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Frontend: 60% coverage (8 component tests, 4 store tests)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CI/CD Pipeline: Lint &gt; Format &gt; Type Check &gt; Test &gt; Build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Automated on every push/PR via GitHub Actions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Security audit included in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Project Status: Complete &amp;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